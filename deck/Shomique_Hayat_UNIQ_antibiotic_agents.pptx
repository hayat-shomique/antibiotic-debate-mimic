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125.</a:t>
            </a:r>
          </a:p>
          <a:p>
            <a:r>
              <a:t>Coverage is 88.8 per cent against 77.6, and harmful revision is 0 per cent against 14.8.</a:t>
            </a:r>
          </a:p>
          <a:p>
            <a:r>
              <a:t>Paired within patient, exact McNemar p = 3.05e-05.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125 of 125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77.6%</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14.8%</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125 cases, same opening prompt, same formulary, same gate, same scorer. Paired within patient, the debate ends on an inadequate drug where the control ends on an adequate one in 16 pairs and the reverse in 0. Exact McNemar p = 3.05e-05.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