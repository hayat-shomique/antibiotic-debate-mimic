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On the cases where both can be scored, it is 91.1 against 90.6. Indistinguishable. The honest answer</a:t>
            </a:r>
          </a:p>
          <a:p>
            <a:r>
              <a:t>to her question is that neither is better, and the interesting part is that a constant policy</a:t>
            </a:r>
          </a:p>
          <a:p>
            <a:r>
              <a:t>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80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4 of 80.</a:t>
            </a:r>
          </a:p>
          <a:p>
            <a:r>
              <a:t>Coverage is 88.8 per cent against 76.2, and harmful revision is 0 per cent against 14.7.</a:t>
            </a:r>
          </a:p>
          <a:p>
            <a:r>
              <a:t>Paired within patient, exact McNemar p = 0.00195.</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80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13</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WHERE BOTH CAN BE SCORED</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On the cases where both can be scored the two are indistinguishable, 91.1% against 90.6%. The answer to her question is that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80 of 80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4 of 80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76.2%</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88.8%</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14.7%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80 cases, same opening prompt, same formulary, same gate, same scorer. Paired within patient, the debate ends on an inadequate drug where the control ends on an adequate one in 10 pairs and the reverse in 0. Exact McNemar p = 0.00195.</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What it does not hold constant is context length: the debate transcript is about twice as long by the final turn. A length-matched control is the next thing this needs.</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