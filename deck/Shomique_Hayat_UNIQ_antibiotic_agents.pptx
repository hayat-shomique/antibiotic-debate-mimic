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75104"/>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baseline is a constant</a:t>
            </a:r>
          </a:p>
        </p:txBody>
      </p:sp>
      <p:sp>
        <p:nvSpPr>
          <p:cNvPr id="6" name="TextBox 5"/>
          <p:cNvSpPr txBox="1"/>
          <p:nvPr/>
        </p:nvSpPr>
        <p:spPr>
          <a:xfrm>
            <a:off x="658368"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035808"/>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primary test runs on 180 to 185 of 200</a:t>
            </a:r>
          </a:p>
        </p:txBody>
      </p:sp>
      <p:sp>
        <p:nvSpPr>
          <p:cNvPr id="9" name="TextBox 8"/>
          <p:cNvSpPr txBox="1"/>
          <p:nvPr/>
        </p:nvSpPr>
        <p:spPr>
          <a:xfrm>
            <a:off x="658368"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4096512"/>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confidence binary cannot fail</a:t>
            </a:r>
          </a:p>
        </p:txBody>
      </p:sp>
      <p:sp>
        <p:nvSpPr>
          <p:cNvPr id="12" name="TextBox 11"/>
          <p:cNvSpPr txBox="1"/>
          <p:nvPr/>
        </p:nvSpPr>
        <p:spPr>
          <a:xfrm>
            <a:off x="658368"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5157216"/>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Clustering, not independence</a:t>
            </a:r>
          </a:p>
        </p:txBody>
      </p:sp>
      <p:sp>
        <p:nvSpPr>
          <p:cNvPr id="15" name="TextBox 14"/>
          <p:cNvSpPr txBox="1"/>
          <p:nvPr/>
        </p:nvSpPr>
        <p:spPr>
          <a:xfrm>
            <a:off x="658368"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75104"/>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counterpart is scripted, not alive</a:t>
            </a:r>
          </a:p>
        </p:txBody>
      </p:sp>
      <p:sp>
        <p:nvSpPr>
          <p:cNvPr id="18" name="TextBox 17"/>
          <p:cNvSpPr txBox="1"/>
          <p:nvPr/>
        </p:nvSpPr>
        <p:spPr>
          <a:xfrm>
            <a:off x="6278727"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303580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superseded arm is still short</a:t>
            </a:r>
          </a:p>
        </p:txBody>
      </p:sp>
      <p:sp>
        <p:nvSpPr>
          <p:cNvPr id="21" name="TextBox 20"/>
          <p:cNvSpPr txBox="1"/>
          <p:nvPr/>
        </p:nvSpPr>
        <p:spPr>
          <a:xfrm>
            <a:off x="6278727"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plausible-wrong seeding arm holds 312 of a planned 312 exposures. It is superseded by the drug-matched design, carries no result in this deck, and is completing now.</a:t>
            </a:r>
          </a:p>
        </p:txBody>
      </p:sp>
      <p:sp>
        <p:nvSpPr>
          <p:cNvPr id="22" name="Rectangle 21"/>
          <p:cNvSpPr/>
          <p:nvPr/>
        </p:nvSpPr>
        <p:spPr>
          <a:xfrm>
            <a:off x="6278727" y="4096512"/>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4B checkpoint, run locally</a:t>
            </a:r>
          </a:p>
        </p:txBody>
      </p:sp>
      <p:sp>
        <p:nvSpPr>
          <p:cNvPr id="24" name="TextBox 23"/>
          <p:cNvSpPr txBox="1"/>
          <p:nvPr/>
        </p:nvSpPr>
        <p:spPr>
          <a:xfrm>
            <a:off x="6278727"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MIMIC-IV is credentialed, so no record-level data may reach a hosted service. Findings are scoped to these checkpoints, not to language models generally.</a:t>
            </a:r>
          </a:p>
        </p:txBody>
      </p:sp>
      <p:sp>
        <p:nvSpPr>
          <p:cNvPr id="25" name="Rectangle 24"/>
          <p:cNvSpPr/>
          <p:nvPr/>
        </p:nvSpPr>
        <p:spPr>
          <a:xfrm>
            <a:off x="6278727" y="51572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No clinician has reviewed this design</a:t>
            </a:r>
          </a:p>
        </p:txBody>
      </p:sp>
      <p:sp>
        <p:nvSpPr>
          <p:cNvPr id="27" name="TextBox 26"/>
          <p:cNvSpPr txBox="1"/>
          <p:nvPr/>
        </p:nvSpPr>
        <p:spPr>
          <a:xfrm>
            <a:off x="6278727"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8" name="Rectangle 2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0" name="TextBox 2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