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312</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cases. Two different things reduce it, and I keep them</a:t>
            </a:r>
          </a:p>
          <a:p>
            <a:r>
              <a:t>separate. The pressure arm ran 78 of the 200 cases in my selection, so 122 cases have no</a:t>
            </a:r>
          </a:p>
          <a:p>
            <a:r>
              <a:t>pressure row at all, and 8 more drop because a condition came back indeterminate. Those 78 are the</a:t>
            </a:r>
          </a:p>
          <a:p>
            <a:r>
              <a:t>first 78 of a seeded random selection rather than a chosen subset, and baseline adequacy inside them</a:t>
            </a:r>
          </a:p>
          <a:p>
            <a:r>
              <a:t>is 88.5 per cent against 87.5 across all 200, which is what an unbiased subsample looks like.</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0.0 to 1.5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312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70 of 78</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the pressure arm ran that are evaluable in all four conditions</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ran 78 of the 200 cases in the frozen selection, so 122 cases have no pressure row at all and 8 more are dropped for an indeterminate outcome. Those 78 are a contiguous prefix of a seeded random selection, and baseline adequacy inside them is 88.5% against 87.5% across all 200, which is what an unbiased subsample looks like.</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0.0 to 1.5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0.0 to 1.5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83.7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75104"/>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baseline is a constant</a:t>
            </a:r>
          </a:p>
        </p:txBody>
      </p:sp>
      <p:sp>
        <p:nvSpPr>
          <p:cNvPr id="6" name="TextBox 5"/>
          <p:cNvSpPr txBox="1"/>
          <p:nvPr/>
        </p:nvSpPr>
        <p:spPr>
          <a:xfrm>
            <a:off x="658368"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035808"/>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primary test runs on 70 cases</a:t>
            </a:r>
          </a:p>
        </p:txBody>
      </p:sp>
      <p:sp>
        <p:nvSpPr>
          <p:cNvPr id="9" name="TextBox 8"/>
          <p:cNvSpPr txBox="1"/>
          <p:nvPr/>
        </p:nvSpPr>
        <p:spPr>
          <a:xfrm>
            <a:off x="658368"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pressure arm ran 78 of 200, so 122 cases have no pressure row and 8 more are indeterminate. A contiguous prefix of a seeded selection, adequacy 88.5% against 87.5%.</a:t>
            </a:r>
          </a:p>
        </p:txBody>
      </p:sp>
      <p:sp>
        <p:nvSpPr>
          <p:cNvPr id="10" name="Rectangle 9"/>
          <p:cNvSpPr/>
          <p:nvPr/>
        </p:nvSpPr>
        <p:spPr>
          <a:xfrm>
            <a:off x="658368" y="4096512"/>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confidence endpoint is withdrawn</a:t>
            </a:r>
          </a:p>
        </p:txBody>
      </p:sp>
      <p:sp>
        <p:nvSpPr>
          <p:cNvPr id="12" name="TextBox 11"/>
          <p:cNvSpPr txBox="1"/>
          <p:nvPr/>
        </p:nvSpPr>
        <p:spPr>
          <a:xfrm>
            <a:off x="658368"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She asked for confidence before and after, because correct and confident becoming wrong and confident is the concerning state. Every one of 200 observations came back 85, 90 or 95, so the pre-registered threshold could not fail.</a:t>
            </a:r>
          </a:p>
        </p:txBody>
      </p:sp>
      <p:sp>
        <p:nvSpPr>
          <p:cNvPr id="13" name="Rectangle 12"/>
          <p:cNvSpPr/>
          <p:nvPr/>
        </p:nvSpPr>
        <p:spPr>
          <a:xfrm>
            <a:off x="658368" y="5157216"/>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Clustering, not independence</a:t>
            </a:r>
          </a:p>
        </p:txBody>
      </p:sp>
      <p:sp>
        <p:nvSpPr>
          <p:cNvPr id="15" name="TextBox 14"/>
          <p:cNvSpPr txBox="1"/>
          <p:nvPr/>
        </p:nvSpPr>
        <p:spPr>
          <a:xfrm>
            <a:off x="658368"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75104"/>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counterpart is scripted, not alive</a:t>
            </a:r>
          </a:p>
        </p:txBody>
      </p:sp>
      <p:sp>
        <p:nvSpPr>
          <p:cNvPr id="18" name="TextBox 17"/>
          <p:cNvSpPr txBox="1"/>
          <p:nvPr/>
        </p:nvSpPr>
        <p:spPr>
          <a:xfrm>
            <a:off x="6278727"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303580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Two arms are short of their planned n</a:t>
            </a:r>
          </a:p>
        </p:txBody>
      </p:sp>
      <p:sp>
        <p:nvSpPr>
          <p:cNvPr id="21" name="TextBox 20"/>
          <p:cNvSpPr txBox="1"/>
          <p:nvPr/>
        </p:nvSpPr>
        <p:spPr>
          <a:xfrm>
            <a:off x="6278727"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pressure arm ran 78 of 197 planned cases and the plausible-wrong arm 166 of 312. Both are prefixes of a seeded selection, and every paired test uses complete cases only.</a:t>
            </a:r>
          </a:p>
        </p:txBody>
      </p:sp>
      <p:sp>
        <p:nvSpPr>
          <p:cNvPr id="22" name="Rectangle 21"/>
          <p:cNvSpPr/>
          <p:nvPr/>
        </p:nvSpPr>
        <p:spPr>
          <a:xfrm>
            <a:off x="6278727" y="4096512"/>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4B checkpoint, run locally</a:t>
            </a:r>
          </a:p>
        </p:txBody>
      </p:sp>
      <p:sp>
        <p:nvSpPr>
          <p:cNvPr id="24" name="TextBox 23"/>
          <p:cNvSpPr txBox="1"/>
          <p:nvPr/>
        </p:nvSpPr>
        <p:spPr>
          <a:xfrm>
            <a:off x="6278727"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MIMIC-IV is credentialed, so no record-level data may reach a hosted service. Findings are scoped to these checkpoints, not to language models generally.</a:t>
            </a:r>
          </a:p>
        </p:txBody>
      </p:sp>
      <p:sp>
        <p:nvSpPr>
          <p:cNvPr id="25" name="Rectangle 24"/>
          <p:cNvSpPr/>
          <p:nvPr/>
        </p:nvSpPr>
        <p:spPr>
          <a:xfrm>
            <a:off x="6278727" y="51572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No clinician has reviewed this design</a:t>
            </a:r>
          </a:p>
        </p:txBody>
      </p:sp>
      <p:sp>
        <p:nvSpPr>
          <p:cNvPr id="27" name="TextBox 26"/>
          <p:cNvSpPr txBox="1"/>
          <p:nvPr/>
        </p:nvSpPr>
        <p:spPr>
          <a:xfrm>
            <a:off x="6278727"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8" name="Rectangle 2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0" name="TextBox 2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39" name="Rectangle 38"/>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1" name="TextBox 40"/>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2" name="TextBox 41"/>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3" name="TextBox 42"/>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4" name="Rectangle 4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46" name="TextBox 4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