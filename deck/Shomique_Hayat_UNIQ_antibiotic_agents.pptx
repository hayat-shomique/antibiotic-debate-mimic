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115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115.</a:t>
            </a:r>
          </a:p>
          <a:p>
            <a:r>
              <a:t>Coverage is 88.7 per cent against 77.4, and harmful revision is 0 per cent against 15.2.</a:t>
            </a:r>
          </a:p>
          <a:p>
            <a:r>
              <a:t>Paired within patient, exact McNemar p = 6.1e-05.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115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115 of 115</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115</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77.4%</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88.7%</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15.2%</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115 cases, same opening prompt, same formulary, same gate, same scorer. Paired within patient, the debate ends on an inadequate drug where the control ends on an adequate one in 15 pairs and the reverse in 0. Exact McNemar p = 6.1e-05.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