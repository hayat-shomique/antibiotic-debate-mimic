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superseded arm is still short</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holds 312 of a planned 312 exposures. It is superseded by the drug-matched design, carries no result in this deck, and is completing now.</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