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a:p>
            <a:r>
              <a:t>There is a second half to the contribution if you have time or if you are asked what causes it.</a:t>
            </a:r>
          </a:p>
          <a:p>
            <a:r>
              <a:t>I did not stop at measuring the harm, I isolated what produces it. Same cases, same opening prompt,</a:t>
            </a:r>
          </a:p>
          <a:p>
            <a:r>
              <a:t>one agent asked three times with nothing disagreeing: it keeps its answer and its coverage. The four</a:t>
            </a:r>
          </a:p>
          <a:p>
            <a:r>
              <a:t>times it does change, it makes the same de-escalation the debate makes, and none of those four costs</a:t>
            </a:r>
          </a:p>
          <a:p>
            <a:r>
              <a:t>coverage. So it is being contradicted that moves it, not being asked again, and the same destination</a:t>
            </a:r>
          </a:p>
          <a:p>
            <a:r>
              <a:t>drug is safe or harmful depending on what triggered the move. That is the control slide at the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Restricted to what each side can be scored on, it is 91.1 on 192 cases against 90.6 on 138. Within a</a:t>
            </a:r>
          </a:p>
          <a:p>
            <a:r>
              <a:t>point. Say the next sentence before anyone else does: those are different sets of cases, so that is</a:t>
            </a:r>
          </a:p>
          <a:p>
            <a:r>
              <a:t>two independent proportions and not a paired test. The paired version needs per-case outcomes on the</a:t>
            </a:r>
          </a:p>
          <a:p>
            <a:r>
              <a:t>clinician side and the comparator artefact holds aggregates only, so it is further work and I say so.</a:t>
            </a:r>
          </a:p>
          <a:p>
            <a:r>
              <a:t>The honest answer to her question is that on this evidence neither is better, and the interesting</a:t>
            </a:r>
          </a:p>
          <a:p>
            <a:r>
              <a:t>part is that a constant policy 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125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125.</a:t>
            </a:r>
          </a:p>
          <a:p>
            <a:r>
              <a:t>Coverage is 88.8 per cent against 77.6, and harmful revision is 0 per cent against 14.8.</a:t>
            </a:r>
          </a:p>
          <a:p>
            <a:r>
              <a:t>Paired within patient, exact McNemar p = 3.05e-05.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125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14</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Strip the speaker. </a:t>
            </a:r>
            <a:r>
              <a:rPr sz="1350" b="0" i="0">
                <a:solidFill>
                  <a:srgbClr val="A8A8A8"/>
                </a:solidFill>
                <a:latin typeface="IBM Plex Sans"/>
              </a:rPr>
              <a:t>The control shows a counterpart moves it where being asked again does not. Keeping the counterpart's text and removing only the attribution is what separates a peer from any rival position, and it is the one control this design has always been missing.</a:t>
            </a:r>
          </a:p>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THAT SIDE CAN BE SCORED ON</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Restricted to what each side can be scored on, the two rates are within a point of each other, 91.1% on 192 cases against 90.6% on 138. Those are different sets of cases, so this is two independent proportions and not a paired test. The answer to her question is that on this evidence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125 of 125</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125</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77.6%</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14.8%</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125 cases, same opening prompt, same formulary, same gate, same scorer. Paired within patient, the debate ends on an inadequate drug where the control ends on an adequate one in 16 pairs and the reverse in 0. Exact McNemar p = 3.05e-05.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