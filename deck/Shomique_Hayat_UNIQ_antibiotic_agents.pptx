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120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120.</a:t>
            </a:r>
          </a:p>
          <a:p>
            <a:r>
              <a:t>Coverage is 89.2 per cent against 78.3, and harmful revision is 0 per cent against 14.4.</a:t>
            </a:r>
          </a:p>
          <a:p>
            <a:r>
              <a:t>Paired within patient, exact McNemar p = 6.1e-05.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120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120 of 120</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120</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78.3%</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89.2%</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14.4%</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120 cases, same opening prompt, same formulary, same gate, same scorer. Paired within patient, the debate ends on an inadequate drug where the control ends on an adequate one in 15 pairs and the reverse in 0. Exact McNemar p = 6.1e-05.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